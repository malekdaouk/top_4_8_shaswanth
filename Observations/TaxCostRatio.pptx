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8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1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4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18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1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7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6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2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4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2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6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3F09F-2097-4D59-A0E1-C3350F203A12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4A64C-D441-40F2-BE89-4B21BD15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0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B391-29C5-4931-3A3D-6DCDB337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62F9-840E-3BA2-8E81-2249ABF6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5951"/>
            <a:ext cx="9144000" cy="1325563"/>
          </a:xfrm>
        </p:spPr>
        <p:txBody>
          <a:bodyPr>
            <a:noAutofit/>
          </a:bodyPr>
          <a:lstStyle/>
          <a:p>
            <a:r>
              <a:rPr lang="en-US" sz="1400" dirty="0"/>
              <a:t>The Tax Cost Ratio measures how much a fund’s annual return is reduced by taxes. It shows the percentage of a fund’s performance that is lost due to taxable distributions—such as interest, dividends, and capital gains—each year.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If a fund earns 6% before tax, and the investor keeps 4.8% after tax, the tax cost ratio is 1.2% (20% of the return lost in taxes).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A high tax cost ratio means the investment is creating large taxable distributions each year, reducing how much of the return the investor actually keeps.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B2BFC-FAB2-4E29-BF40-CCE80C1E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F0ABA7-0B2B-5300-402A-42C91064A168}"/>
              </a:ext>
            </a:extLst>
          </p:cNvPr>
          <p:cNvSpPr/>
          <p:nvPr/>
        </p:nvSpPr>
        <p:spPr>
          <a:xfrm>
            <a:off x="0" y="2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Tax Cost Ratio</a:t>
            </a: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4C795FD9-08B4-B618-46A3-80481F26F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0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Graph of hypothetical growth of USD 500,000">
            <a:extLst>
              <a:ext uri="{FF2B5EF4-FFF2-40B4-BE49-F238E27FC236}">
                <a16:creationId xmlns:a16="http://schemas.microsoft.com/office/drawing/2014/main" id="{D4393B53-83A6-F0DB-3523-09659A84F9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2"/>
          <a:stretch>
            <a:fillRect/>
          </a:stretch>
        </p:blipFill>
        <p:spPr bwMode="auto">
          <a:xfrm>
            <a:off x="2297126" y="4150894"/>
            <a:ext cx="4549748" cy="257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63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The Tax Cost Ratio measures how much a fund’s annual return is reduced by taxes. It shows the percentage of a fund’s performance that is lost due to taxable distributions—such as interest, dividends, and capital gains—each year.  If a fund earns 6% before tax, and the investor keeps 4.8% after tax, the tax cost ratio is 1.2% (20% of the return lost in taxes).  A high tax cost ratio means the investment is creating large taxable distributions each year, reducing how much of the return the investor actually keeps.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2025-12-21T01:50:35Z</dcterms:created>
  <dcterms:modified xsi:type="dcterms:W3CDTF">2025-12-21T01:51:06Z</dcterms:modified>
</cp:coreProperties>
</file>
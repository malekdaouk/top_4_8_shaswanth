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k Daouk" userId="8802b5b459261a34" providerId="LiveId" clId="{56303699-288A-45A5-8CFA-FB366289A31B}"/>
    <pc:docChg chg="undo custSel modSld">
      <pc:chgData name="Malek Daouk" userId="8802b5b459261a34" providerId="LiveId" clId="{56303699-288A-45A5-8CFA-FB366289A31B}" dt="2026-01-13T02:13:32.551" v="44" actId="1076"/>
      <pc:docMkLst>
        <pc:docMk/>
      </pc:docMkLst>
      <pc:sldChg chg="modSp mod">
        <pc:chgData name="Malek Daouk" userId="8802b5b459261a34" providerId="LiveId" clId="{56303699-288A-45A5-8CFA-FB366289A31B}" dt="2026-01-13T02:13:32.551" v="44" actId="1076"/>
        <pc:sldMkLst>
          <pc:docMk/>
          <pc:sldMk cId="86501655" sldId="265"/>
        </pc:sldMkLst>
        <pc:spChg chg="mod">
          <ac:chgData name="Malek Daouk" userId="8802b5b459261a34" providerId="LiveId" clId="{56303699-288A-45A5-8CFA-FB366289A31B}" dt="2026-01-13T00:01:16.136" v="27" actId="14100"/>
          <ac:spMkLst>
            <pc:docMk/>
            <pc:sldMk cId="86501655" sldId="265"/>
            <ac:spMk id="4" creationId="{1BCF15AE-2AC8-E897-22AF-1904437AB16D}"/>
          </ac:spMkLst>
        </pc:spChg>
        <pc:spChg chg="mod">
          <ac:chgData name="Malek Daouk" userId="8802b5b459261a34" providerId="LiveId" clId="{56303699-288A-45A5-8CFA-FB366289A31B}" dt="2026-01-13T02:02:40.485" v="37" actId="404"/>
          <ac:spMkLst>
            <pc:docMk/>
            <pc:sldMk cId="86501655" sldId="265"/>
            <ac:spMk id="5" creationId="{88931FEF-9FF5-6122-F20A-CED66C496530}"/>
          </ac:spMkLst>
        </pc:spChg>
        <pc:spChg chg="mod">
          <ac:chgData name="Malek Daouk" userId="8802b5b459261a34" providerId="LiveId" clId="{56303699-288A-45A5-8CFA-FB366289A31B}" dt="2026-01-13T02:13:32.551" v="44" actId="1076"/>
          <ac:spMkLst>
            <pc:docMk/>
            <pc:sldMk cId="86501655" sldId="265"/>
            <ac:spMk id="8" creationId="{C85F7EA1-6295-332C-B835-7CBAC75067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4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3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5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13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3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7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7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7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3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F8CB3-98A1-4B6F-A25B-DC51417AEF03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570EB-C6C9-4225-AF61-558B8C12F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24"/>
            <a:ext cx="9144000" cy="341335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Global Asset Allocation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931FEF-9FF5-6122-F20A-CED66C49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691"/>
            <a:ext cx="7886700" cy="638828"/>
          </a:xfrm>
        </p:spPr>
        <p:txBody>
          <a:bodyPr>
            <a:normAutofit/>
          </a:bodyPr>
          <a:lstStyle/>
          <a:p>
            <a:r>
              <a:rPr lang="en-US" sz="1200" b="1" u="sng" dirty="0"/>
              <a:t>Qualified Accounts: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85F7EA1-6295-332C-B835-7CBAC7506701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7886700" cy="34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u="sng" dirty="0"/>
              <a:t>Non-Qualified Accounts:</a:t>
            </a:r>
          </a:p>
        </p:txBody>
      </p:sp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9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Qualified Accounts: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2</cp:revision>
  <dcterms:created xsi:type="dcterms:W3CDTF">2026-01-06T21:02:08Z</dcterms:created>
  <dcterms:modified xsi:type="dcterms:W3CDTF">2026-01-13T02:13:38Z</dcterms:modified>
</cp:coreProperties>
</file>
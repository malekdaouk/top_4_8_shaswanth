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4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204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F01E2-44DE-47BE-9554-251378A0E0EB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E9146-CE87-4022-A988-AEC0750B6E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126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F01E2-44DE-47BE-9554-251378A0E0EB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E9146-CE87-4022-A988-AEC0750B6E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826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F01E2-44DE-47BE-9554-251378A0E0EB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E9146-CE87-4022-A988-AEC0750B6E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7511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F01E2-44DE-47BE-9554-251378A0E0EB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E9146-CE87-4022-A988-AEC0750B6E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500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F01E2-44DE-47BE-9554-251378A0E0EB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E9146-CE87-4022-A988-AEC0750B6E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017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F01E2-44DE-47BE-9554-251378A0E0EB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E9146-CE87-4022-A988-AEC0750B6E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195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F01E2-44DE-47BE-9554-251378A0E0EB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E9146-CE87-4022-A988-AEC0750B6E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094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F01E2-44DE-47BE-9554-251378A0E0EB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E9146-CE87-4022-A988-AEC0750B6E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34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F01E2-44DE-47BE-9554-251378A0E0EB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E9146-CE87-4022-A988-AEC0750B6E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955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F01E2-44DE-47BE-9554-251378A0E0EB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E9146-CE87-4022-A988-AEC0750B6E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146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F01E2-44DE-47BE-9554-251378A0E0EB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E9146-CE87-4022-A988-AEC0750B6E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430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3F01E2-44DE-47BE-9554-251378A0E0EB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8E9146-CE87-4022-A988-AEC0750B6E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161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607C0-D867-66F4-E73A-C63EE2CB3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663B553-4CAA-3783-BBC1-A179CB25A9B4}"/>
              </a:ext>
            </a:extLst>
          </p:cNvPr>
          <p:cNvSpPr/>
          <p:nvPr/>
        </p:nvSpPr>
        <p:spPr>
          <a:xfrm>
            <a:off x="0" y="2"/>
            <a:ext cx="9144000" cy="638827"/>
          </a:xfrm>
          <a:prstGeom prst="rect">
            <a:avLst/>
          </a:prstGeom>
          <a:solidFill>
            <a:srgbClr val="163E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/>
              <a:t>Current Allocation By Sector</a:t>
            </a:r>
          </a:p>
        </p:txBody>
      </p:sp>
      <p:pic>
        <p:nvPicPr>
          <p:cNvPr id="5" name="Picture 2" descr="Northeastern Mutual Logo and symbol, meaning, history, PNG ...">
            <a:extLst>
              <a:ext uri="{FF2B5EF4-FFF2-40B4-BE49-F238E27FC236}">
                <a16:creationId xmlns:a16="http://schemas.microsoft.com/office/drawing/2014/main" id="{C2E37CB0-C2DC-EFE2-61A6-EA8DED5B31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6740" y="5909936"/>
            <a:ext cx="2032001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Sector Rotation Strategies - Fidelity">
            <a:extLst>
              <a:ext uri="{FF2B5EF4-FFF2-40B4-BE49-F238E27FC236}">
                <a16:creationId xmlns:a16="http://schemas.microsoft.com/office/drawing/2014/main" id="{2250BC6D-2CF3-D8AB-D4E6-AB6D922809D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752"/>
          <a:stretch>
            <a:fillRect/>
          </a:stretch>
        </p:blipFill>
        <p:spPr bwMode="auto">
          <a:xfrm>
            <a:off x="4557816" y="1150175"/>
            <a:ext cx="4460925" cy="4064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Sector Rotation Strategies - Fidelity">
            <a:extLst>
              <a:ext uri="{FF2B5EF4-FFF2-40B4-BE49-F238E27FC236}">
                <a16:creationId xmlns:a16="http://schemas.microsoft.com/office/drawing/2014/main" id="{57AD38AF-29C2-FF3C-0539-04992BFD9F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851"/>
          <a:stretch>
            <a:fillRect/>
          </a:stretch>
        </p:blipFill>
        <p:spPr bwMode="auto">
          <a:xfrm>
            <a:off x="2" y="5800431"/>
            <a:ext cx="6848475" cy="96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79791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</Words>
  <Application>Microsoft Office PowerPoint</Application>
  <PresentationFormat>On-screen Show (4:3)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Malek Daouk</dc:creator>
  <cp:lastModifiedBy>Malek Daouk</cp:lastModifiedBy>
  <cp:revision>1</cp:revision>
  <dcterms:created xsi:type="dcterms:W3CDTF">2025-12-21T01:49:02Z</dcterms:created>
  <dcterms:modified xsi:type="dcterms:W3CDTF">2025-12-21T01:49:32Z</dcterms:modified>
</cp:coreProperties>
</file>
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7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ek Daouk" userId="8802b5b459261a34" providerId="LiveId" clId="{56303699-288A-45A5-8CFA-FB366289A31B}"/>
    <pc:docChg chg="modSld">
      <pc:chgData name="Malek Daouk" userId="8802b5b459261a34" providerId="LiveId" clId="{56303699-288A-45A5-8CFA-FB366289A31B}" dt="2026-01-06T19:53:41.622" v="3" actId="1076"/>
      <pc:docMkLst>
        <pc:docMk/>
      </pc:docMkLst>
      <pc:sldChg chg="modSp mod">
        <pc:chgData name="Malek Daouk" userId="8802b5b459261a34" providerId="LiveId" clId="{56303699-288A-45A5-8CFA-FB366289A31B}" dt="2026-01-06T19:53:41.622" v="3" actId="1076"/>
        <pc:sldMkLst>
          <pc:docMk/>
          <pc:sldMk cId="86501655" sldId="265"/>
        </pc:sldMkLst>
        <pc:spChg chg="mod">
          <ac:chgData name="Malek Daouk" userId="8802b5b459261a34" providerId="LiveId" clId="{56303699-288A-45A5-8CFA-FB366289A31B}" dt="2026-01-06T19:53:41.622" v="3" actId="1076"/>
          <ac:spMkLst>
            <pc:docMk/>
            <pc:sldMk cId="86501655" sldId="265"/>
            <ac:spMk id="2" creationId="{3551FCFD-C1C7-90EE-8837-3DA7C40CB2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7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1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0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5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7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4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5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7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3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5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76B30-F6A9-41F8-BB1B-556E4CEC11F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2580C-CBF7-4CC5-BA60-F419D87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FCFD-C1C7-90EE-8837-3DA7C40C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2" y="820624"/>
            <a:ext cx="9050056" cy="1325563"/>
          </a:xfrm>
        </p:spPr>
        <p:txBody>
          <a:bodyPr>
            <a:noAutofit/>
          </a:bodyPr>
          <a:lstStyle/>
          <a:p>
            <a:r>
              <a:rPr lang="en-US" sz="1600" dirty="0"/>
              <a:t>Target date funds offer a simplified, all-in-one investment approach, automatically adjusting asset allocation over time based on a stated retirement date. While this structure can provide convenience, it may not fully reflect an investor’s unique risk tolerance, tax situation, or holdings outside the fund.</a:t>
            </a:r>
            <a:br>
              <a:rPr lang="en-US" sz="1600" dirty="0"/>
            </a:br>
            <a:r>
              <a:rPr lang="en-US" sz="1600" dirty="0"/>
              <a:t>Reviewing how a target date fund fits within the broader portfolio can help confirm that its underlying exposures and glide path remain appropriate relative to the investor’s overall financial picture.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1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Target Date Funds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E4BDF49D-2D9B-74E1-E3BD-BEE1445C6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5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Target date funds offer a simplified, all-in-one investment approach, automatically adjusting asset allocation over time based on a stated retirement date. While this structure can provide convenience, it may not fully reflect an investor’s unique risk tolerance, tax situation, or holdings outside the fund. Reviewing how a target date fund fits within the broader portfolio can help confirm that its underlying exposures and glide path remain appropriate relative to the investor’s overall financial picture.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2026-01-06T19:52:25Z</dcterms:created>
  <dcterms:modified xsi:type="dcterms:W3CDTF">2026-01-06T19:53:42Z</dcterms:modified>
</cp:coreProperties>
</file>
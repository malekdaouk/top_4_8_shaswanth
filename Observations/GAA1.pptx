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5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808E0F-C2D4-4E57-A5B2-B93B2C8BC4AA}" v="4" dt="2026-01-11T01:03:50.7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204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ek Daouk" userId="8802b5b459261a34" providerId="LiveId" clId="{56303699-288A-45A5-8CFA-FB366289A31B}"/>
    <pc:docChg chg="custSel modSld">
      <pc:chgData name="Malek Daouk" userId="8802b5b459261a34" providerId="LiveId" clId="{56303699-288A-45A5-8CFA-FB366289A31B}" dt="2026-01-13T00:00:49.463" v="72" actId="478"/>
      <pc:docMkLst>
        <pc:docMk/>
      </pc:docMkLst>
      <pc:sldChg chg="addSp delSp modSp mod">
        <pc:chgData name="Malek Daouk" userId="8802b5b459261a34" providerId="LiveId" clId="{56303699-288A-45A5-8CFA-FB366289A31B}" dt="2026-01-13T00:00:49.463" v="72" actId="478"/>
        <pc:sldMkLst>
          <pc:docMk/>
          <pc:sldMk cId="86501655" sldId="265"/>
        </pc:sldMkLst>
        <pc:spChg chg="add del mod">
          <ac:chgData name="Malek Daouk" userId="8802b5b459261a34" providerId="LiveId" clId="{56303699-288A-45A5-8CFA-FB366289A31B}" dt="2026-01-13T00:00:49.463" v="72" actId="478"/>
          <ac:spMkLst>
            <pc:docMk/>
            <pc:sldMk cId="86501655" sldId="265"/>
            <ac:spMk id="2" creationId="{6B5CA814-818F-1804-2DCA-E1E80346DD43}"/>
          </ac:spMkLst>
        </pc:spChg>
        <pc:spChg chg="mod">
          <ac:chgData name="Malek Daouk" userId="8802b5b459261a34" providerId="LiveId" clId="{56303699-288A-45A5-8CFA-FB366289A31B}" dt="2026-01-13T00:00:45.290" v="71" actId="14100"/>
          <ac:spMkLst>
            <pc:docMk/>
            <pc:sldMk cId="86501655" sldId="265"/>
            <ac:spMk id="4" creationId="{1BCF15AE-2AC8-E897-22AF-1904437AB16D}"/>
          </ac:spMkLst>
        </pc:spChg>
        <pc:spChg chg="del mod">
          <ac:chgData name="Malek Daouk" userId="8802b5b459261a34" providerId="LiveId" clId="{56303699-288A-45A5-8CFA-FB366289A31B}" dt="2026-01-13T00:00:39.108" v="70" actId="478"/>
          <ac:spMkLst>
            <pc:docMk/>
            <pc:sldMk cId="86501655" sldId="265"/>
            <ac:spMk id="5" creationId="{88931FEF-9FF5-6122-F20A-CED66C496530}"/>
          </ac:spMkLst>
        </pc:spChg>
        <pc:spChg chg="add mod">
          <ac:chgData name="Malek Daouk" userId="8802b5b459261a34" providerId="LiveId" clId="{56303699-288A-45A5-8CFA-FB366289A31B}" dt="2026-01-11T01:03:43.610" v="60" actId="20577"/>
          <ac:spMkLst>
            <pc:docMk/>
            <pc:sldMk cId="86501655" sldId="265"/>
            <ac:spMk id="8" creationId="{C85F7EA1-6295-332C-B835-7CBAC750670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F8CB3-98A1-4B6F-A25B-DC51417AEF03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70EB-C6C9-4225-AF61-558B8C12F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45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F8CB3-98A1-4B6F-A25B-DC51417AEF03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70EB-C6C9-4225-AF61-558B8C12F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841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F8CB3-98A1-4B6F-A25B-DC51417AEF03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70EB-C6C9-4225-AF61-558B8C12F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90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F8CB3-98A1-4B6F-A25B-DC51417AEF03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70EB-C6C9-4225-AF61-558B8C12F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233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F8CB3-98A1-4B6F-A25B-DC51417AEF03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70EB-C6C9-4225-AF61-558B8C12F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259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F8CB3-98A1-4B6F-A25B-DC51417AEF03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70EB-C6C9-4225-AF61-558B8C12F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413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F8CB3-98A1-4B6F-A25B-DC51417AEF03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70EB-C6C9-4225-AF61-558B8C12F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037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F8CB3-98A1-4B6F-A25B-DC51417AEF03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70EB-C6C9-4225-AF61-558B8C12F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372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F8CB3-98A1-4B6F-A25B-DC51417AEF03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70EB-C6C9-4225-AF61-558B8C12F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075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F8CB3-98A1-4B6F-A25B-DC51417AEF03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70EB-C6C9-4225-AF61-558B8C12F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772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F8CB3-98A1-4B6F-A25B-DC51417AEF03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70EB-C6C9-4225-AF61-558B8C12F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732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2F8CB3-98A1-4B6F-A25B-DC51417AEF03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C570EB-C6C9-4225-AF61-558B8C12F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726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74F8E-9B49-A158-1CED-FD8699AEC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CF15AE-2AC8-E897-22AF-1904437AB16D}"/>
              </a:ext>
            </a:extLst>
          </p:cNvPr>
          <p:cNvSpPr/>
          <p:nvPr/>
        </p:nvSpPr>
        <p:spPr>
          <a:xfrm>
            <a:off x="0" y="24"/>
            <a:ext cx="9144000" cy="560415"/>
          </a:xfrm>
          <a:prstGeom prst="rect">
            <a:avLst/>
          </a:prstGeom>
          <a:solidFill>
            <a:srgbClr val="163E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Global Asset Allocation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C85F7EA1-6295-332C-B835-7CBAC7506701}"/>
              </a:ext>
            </a:extLst>
          </p:cNvPr>
          <p:cNvSpPr txBox="1">
            <a:spLocks/>
          </p:cNvSpPr>
          <p:nvPr/>
        </p:nvSpPr>
        <p:spPr>
          <a:xfrm>
            <a:off x="140135" y="3670127"/>
            <a:ext cx="7886700" cy="3757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600" b="1" u="sng" dirty="0"/>
          </a:p>
        </p:txBody>
      </p:sp>
    </p:spTree>
    <p:extLst>
      <p:ext uri="{BB962C8B-B14F-4D97-AF65-F5344CB8AC3E}">
        <p14:creationId xmlns:p14="http://schemas.microsoft.com/office/powerpoint/2010/main" val="86501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3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Malek Daouk</dc:creator>
  <cp:lastModifiedBy>Malek Daouk</cp:lastModifiedBy>
  <cp:revision>1</cp:revision>
  <dcterms:created xsi:type="dcterms:W3CDTF">2026-01-06T21:02:08Z</dcterms:created>
  <dcterms:modified xsi:type="dcterms:W3CDTF">2026-01-13T00:00:51Z</dcterms:modified>
</cp:coreProperties>
</file>
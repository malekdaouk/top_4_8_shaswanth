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04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ek Daouk" userId="8802b5b459261a34" providerId="LiveId" clId="{56303699-288A-45A5-8CFA-FB366289A31B}"/>
    <pc:docChg chg="custSel modSld">
      <pc:chgData name="Malek Daouk" userId="8802b5b459261a34" providerId="LiveId" clId="{56303699-288A-45A5-8CFA-FB366289A31B}" dt="2026-01-18T04:06:23.726" v="0" actId="478"/>
      <pc:docMkLst>
        <pc:docMk/>
      </pc:docMkLst>
      <pc:sldChg chg="delSp mod">
        <pc:chgData name="Malek Daouk" userId="8802b5b459261a34" providerId="LiveId" clId="{56303699-288A-45A5-8CFA-FB366289A31B}" dt="2026-01-18T04:06:23.726" v="0" actId="478"/>
        <pc:sldMkLst>
          <pc:docMk/>
          <pc:sldMk cId="86501655" sldId="265"/>
        </pc:sldMkLst>
        <pc:spChg chg="del">
          <ac:chgData name="Malek Daouk" userId="8802b5b459261a34" providerId="LiveId" clId="{56303699-288A-45A5-8CFA-FB366289A31B}" dt="2026-01-18T04:06:23.726" v="0" actId="478"/>
          <ac:spMkLst>
            <pc:docMk/>
            <pc:sldMk cId="86501655" sldId="265"/>
            <ac:spMk id="2" creationId="{3551FCFD-C1C7-90EE-8837-3DA7C40CB2F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BEF7-593E-4E99-88E4-5BBC907D191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1017-BF4E-44D1-B947-FFADD6E5D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54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BEF7-593E-4E99-88E4-5BBC907D191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1017-BF4E-44D1-B947-FFADD6E5D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9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BEF7-593E-4E99-88E4-5BBC907D191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1017-BF4E-44D1-B947-FFADD6E5D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19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BEF7-593E-4E99-88E4-5BBC907D191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1017-BF4E-44D1-B947-FFADD6E5D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01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BEF7-593E-4E99-88E4-5BBC907D191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1017-BF4E-44D1-B947-FFADD6E5D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42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BEF7-593E-4E99-88E4-5BBC907D191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1017-BF4E-44D1-B947-FFADD6E5D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33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BEF7-593E-4E99-88E4-5BBC907D191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1017-BF4E-44D1-B947-FFADD6E5D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58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BEF7-593E-4E99-88E4-5BBC907D191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1017-BF4E-44D1-B947-FFADD6E5D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3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BEF7-593E-4E99-88E4-5BBC907D191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1017-BF4E-44D1-B947-FFADD6E5D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57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BEF7-593E-4E99-88E4-5BBC907D191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1017-BF4E-44D1-B947-FFADD6E5D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55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BEF7-593E-4E99-88E4-5BBC907D191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1017-BF4E-44D1-B947-FFADD6E5D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07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7BEF7-593E-4E99-88E4-5BBC907D191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F1017-BF4E-44D1-B947-FFADD6E5D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3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74F8E-9B49-A158-1CED-FD8699AE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CF15AE-2AC8-E897-22AF-1904437AB16D}"/>
              </a:ext>
            </a:extLst>
          </p:cNvPr>
          <p:cNvSpPr/>
          <p:nvPr/>
        </p:nvSpPr>
        <p:spPr>
          <a:xfrm>
            <a:off x="0" y="6"/>
            <a:ext cx="9144000" cy="638827"/>
          </a:xfrm>
          <a:prstGeom prst="rect">
            <a:avLst/>
          </a:prstGeom>
          <a:solidFill>
            <a:srgbClr val="163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/>
              <a:t>Portfolio Overview</a:t>
            </a:r>
          </a:p>
        </p:txBody>
      </p:sp>
    </p:spTree>
    <p:extLst>
      <p:ext uri="{BB962C8B-B14F-4D97-AF65-F5344CB8AC3E}">
        <p14:creationId xmlns:p14="http://schemas.microsoft.com/office/powerpoint/2010/main" val="86501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Malek Daouk</dc:creator>
  <cp:lastModifiedBy>Malek Daouk</cp:lastModifiedBy>
  <cp:revision>1</cp:revision>
  <dcterms:created xsi:type="dcterms:W3CDTF">2026-01-18T04:05:06Z</dcterms:created>
  <dcterms:modified xsi:type="dcterms:W3CDTF">2026-01-18T04:06:24Z</dcterms:modified>
</cp:coreProperties>
</file>
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890353-8A7C-45B2-84FC-D742053A1836}" v="1" dt="2026-01-06T19:49:14.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74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D6647D-235B-4A56-830C-D2F13CCB075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1332513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6647D-235B-4A56-830C-D2F13CCB075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2721428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6647D-235B-4A56-830C-D2F13CCB075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409360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D6647D-235B-4A56-830C-D2F13CCB075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1254179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D6647D-235B-4A56-830C-D2F13CCB0754}"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3196549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D6647D-235B-4A56-830C-D2F13CCB0754}"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3248550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D6647D-235B-4A56-830C-D2F13CCB0754}"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4268128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D6647D-235B-4A56-830C-D2F13CCB075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4084050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D6647D-235B-4A56-830C-D2F13CCB075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2608491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6647D-235B-4A56-830C-D2F13CCB075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129932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6647D-235B-4A56-830C-D2F13CCB075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CF28B-7CA5-4482-A81D-9853FC3CE524}" type="slidenum">
              <a:rPr lang="en-US" smtClean="0"/>
              <a:t>‹#›</a:t>
            </a:fld>
            <a:endParaRPr lang="en-US"/>
          </a:p>
        </p:txBody>
      </p:sp>
    </p:spTree>
    <p:extLst>
      <p:ext uri="{BB962C8B-B14F-4D97-AF65-F5344CB8AC3E}">
        <p14:creationId xmlns:p14="http://schemas.microsoft.com/office/powerpoint/2010/main" val="405656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D6647D-235B-4A56-830C-D2F13CCB0754}"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7CF28B-7CA5-4482-A81D-9853FC3CE524}" type="slidenum">
              <a:rPr lang="en-US" smtClean="0"/>
              <a:t>‹#›</a:t>
            </a:fld>
            <a:endParaRPr lang="en-US"/>
          </a:p>
        </p:txBody>
      </p:sp>
    </p:spTree>
    <p:extLst>
      <p:ext uri="{BB962C8B-B14F-4D97-AF65-F5344CB8AC3E}">
        <p14:creationId xmlns:p14="http://schemas.microsoft.com/office/powerpoint/2010/main" val="36632618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0" y="883250"/>
            <a:ext cx="8805797" cy="1325563"/>
          </a:xfrm>
        </p:spPr>
        <p:txBody>
          <a:bodyPr>
            <a:noAutofit/>
          </a:bodyPr>
          <a:lstStyle/>
          <a:p>
            <a:r>
              <a:rPr lang="en-US" sz="1600" dirty="0"/>
              <a:t>Tracking error measures how closely an investment follows its stated benchmark, and elevated tracking error can indicate meaningful deviations in performance relative to the index. These differences may arise from active management decisions, portfolio construction, or implementation costs.</a:t>
            </a:r>
            <a:br>
              <a:rPr lang="en-US" sz="1600" dirty="0"/>
            </a:br>
            <a:r>
              <a:rPr lang="en-US" sz="1600" dirty="0"/>
              <a:t>Reviewing tracking error alongside performance can provide additional context on how consistently a strategy behaves versus expectations. This helps clarify whether returns are being driven by intentional active risk or by unintended divergence from the benchmark.</a:t>
            </a:r>
          </a:p>
        </p:txBody>
      </p:sp>
      <p:sp>
        <p:nvSpPr>
          <p:cNvPr id="4" name="Rectangle 3">
            <a:extLst>
              <a:ext uri="{FF2B5EF4-FFF2-40B4-BE49-F238E27FC236}">
                <a16:creationId xmlns:a16="http://schemas.microsoft.com/office/drawing/2014/main" id="{1BCF15AE-2AC8-E897-22AF-1904437AB16D}"/>
              </a:ext>
            </a:extLst>
          </p:cNvPr>
          <p:cNvSpPr/>
          <p:nvPr/>
        </p:nvSpPr>
        <p:spPr>
          <a:xfrm>
            <a:off x="0" y="8"/>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Tracking Error</a:t>
            </a:r>
          </a:p>
        </p:txBody>
      </p:sp>
      <p:pic>
        <p:nvPicPr>
          <p:cNvPr id="5" name="Picture 2" descr="Northeastern Mutual Logo and symbol, meaning, history, PNG ...">
            <a:extLst>
              <a:ext uri="{FF2B5EF4-FFF2-40B4-BE49-F238E27FC236}">
                <a16:creationId xmlns:a16="http://schemas.microsoft.com/office/drawing/2014/main" id="{E4BDF49D-2D9B-74E1-E3BD-BEE1445C6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6"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84</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Tracking error measures how closely an investment follows its stated benchmark, and elevated tracking error can indicate meaningful deviations in performance relative to the index. These differences may arise from active management decisions, portfolio construction, or implementation costs. Reviewing tracking error alongside performance can provide additional context on how consistently a strategy behaves versus expectations. This helps clarify whether returns are being driven by intentional active risk or by unintended divergence from the benchmark.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2</cp:revision>
  <dcterms:created xsi:type="dcterms:W3CDTF">2026-01-06T19:46:02Z</dcterms:created>
  <dcterms:modified xsi:type="dcterms:W3CDTF">2026-01-06T19:49:41Z</dcterms:modified>
</cp:coreProperties>
</file>
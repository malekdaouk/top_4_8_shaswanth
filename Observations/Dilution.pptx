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5" r:id="rId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3" d="100"/>
          <a:sy n="73" d="100"/>
        </p:scale>
        <p:origin x="1104" y="1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7134A4C-B27A-41A4-8D1A-018C6343A0FD}"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F2D729-C7AC-4304-B686-938B4F4EEDFB}" type="slidenum">
              <a:rPr lang="en-US" smtClean="0"/>
              <a:t>‹#›</a:t>
            </a:fld>
            <a:endParaRPr lang="en-US"/>
          </a:p>
        </p:txBody>
      </p:sp>
    </p:spTree>
    <p:extLst>
      <p:ext uri="{BB962C8B-B14F-4D97-AF65-F5344CB8AC3E}">
        <p14:creationId xmlns:p14="http://schemas.microsoft.com/office/powerpoint/2010/main" val="3268373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34A4C-B27A-41A4-8D1A-018C6343A0FD}"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F2D729-C7AC-4304-B686-938B4F4EEDFB}" type="slidenum">
              <a:rPr lang="en-US" smtClean="0"/>
              <a:t>‹#›</a:t>
            </a:fld>
            <a:endParaRPr lang="en-US"/>
          </a:p>
        </p:txBody>
      </p:sp>
    </p:spTree>
    <p:extLst>
      <p:ext uri="{BB962C8B-B14F-4D97-AF65-F5344CB8AC3E}">
        <p14:creationId xmlns:p14="http://schemas.microsoft.com/office/powerpoint/2010/main" val="3701521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134A4C-B27A-41A4-8D1A-018C6343A0FD}"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F2D729-C7AC-4304-B686-938B4F4EEDFB}" type="slidenum">
              <a:rPr lang="en-US" smtClean="0"/>
              <a:t>‹#›</a:t>
            </a:fld>
            <a:endParaRPr lang="en-US"/>
          </a:p>
        </p:txBody>
      </p:sp>
    </p:spTree>
    <p:extLst>
      <p:ext uri="{BB962C8B-B14F-4D97-AF65-F5344CB8AC3E}">
        <p14:creationId xmlns:p14="http://schemas.microsoft.com/office/powerpoint/2010/main" val="37922959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134A4C-B27A-41A4-8D1A-018C6343A0FD}" type="datetimeFigureOut">
              <a:rPr lang="en-US" smtClean="0"/>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F2D729-C7AC-4304-B686-938B4F4EEDFB}" type="slidenum">
              <a:rPr lang="en-US" smtClean="0"/>
              <a:t>‹#›</a:t>
            </a:fld>
            <a:endParaRPr lang="en-US"/>
          </a:p>
        </p:txBody>
      </p:sp>
    </p:spTree>
    <p:extLst>
      <p:ext uri="{BB962C8B-B14F-4D97-AF65-F5344CB8AC3E}">
        <p14:creationId xmlns:p14="http://schemas.microsoft.com/office/powerpoint/2010/main" val="2080931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134A4C-B27A-41A4-8D1A-018C6343A0FD}" type="datetimeFigureOut">
              <a:rPr lang="en-US" smtClean="0"/>
              <a:t>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F2D729-C7AC-4304-B686-938B4F4EEDFB}" type="slidenum">
              <a:rPr lang="en-US" smtClean="0"/>
              <a:t>‹#›</a:t>
            </a:fld>
            <a:endParaRPr lang="en-US"/>
          </a:p>
        </p:txBody>
      </p:sp>
    </p:spTree>
    <p:extLst>
      <p:ext uri="{BB962C8B-B14F-4D97-AF65-F5344CB8AC3E}">
        <p14:creationId xmlns:p14="http://schemas.microsoft.com/office/powerpoint/2010/main" val="3867056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134A4C-B27A-41A4-8D1A-018C6343A0FD}" type="datetimeFigureOut">
              <a:rPr lang="en-US" smtClean="0"/>
              <a:t>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F2D729-C7AC-4304-B686-938B4F4EEDFB}" type="slidenum">
              <a:rPr lang="en-US" smtClean="0"/>
              <a:t>‹#›</a:t>
            </a:fld>
            <a:endParaRPr lang="en-US"/>
          </a:p>
        </p:txBody>
      </p:sp>
    </p:spTree>
    <p:extLst>
      <p:ext uri="{BB962C8B-B14F-4D97-AF65-F5344CB8AC3E}">
        <p14:creationId xmlns:p14="http://schemas.microsoft.com/office/powerpoint/2010/main" val="3908722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134A4C-B27A-41A4-8D1A-018C6343A0FD}" type="datetimeFigureOut">
              <a:rPr lang="en-US" smtClean="0"/>
              <a:t>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F2D729-C7AC-4304-B686-938B4F4EEDFB}" type="slidenum">
              <a:rPr lang="en-US" smtClean="0"/>
              <a:t>‹#›</a:t>
            </a:fld>
            <a:endParaRPr lang="en-US"/>
          </a:p>
        </p:txBody>
      </p:sp>
    </p:spTree>
    <p:extLst>
      <p:ext uri="{BB962C8B-B14F-4D97-AF65-F5344CB8AC3E}">
        <p14:creationId xmlns:p14="http://schemas.microsoft.com/office/powerpoint/2010/main" val="1431899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134A4C-B27A-41A4-8D1A-018C6343A0FD}" type="datetimeFigureOut">
              <a:rPr lang="en-US" smtClean="0"/>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F2D729-C7AC-4304-B686-938B4F4EEDFB}" type="slidenum">
              <a:rPr lang="en-US" smtClean="0"/>
              <a:t>‹#›</a:t>
            </a:fld>
            <a:endParaRPr lang="en-US"/>
          </a:p>
        </p:txBody>
      </p:sp>
    </p:spTree>
    <p:extLst>
      <p:ext uri="{BB962C8B-B14F-4D97-AF65-F5344CB8AC3E}">
        <p14:creationId xmlns:p14="http://schemas.microsoft.com/office/powerpoint/2010/main" val="1511297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134A4C-B27A-41A4-8D1A-018C6343A0FD}" type="datetimeFigureOut">
              <a:rPr lang="en-US" smtClean="0"/>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F2D729-C7AC-4304-B686-938B4F4EEDFB}" type="slidenum">
              <a:rPr lang="en-US" smtClean="0"/>
              <a:t>‹#›</a:t>
            </a:fld>
            <a:endParaRPr lang="en-US"/>
          </a:p>
        </p:txBody>
      </p:sp>
    </p:spTree>
    <p:extLst>
      <p:ext uri="{BB962C8B-B14F-4D97-AF65-F5344CB8AC3E}">
        <p14:creationId xmlns:p14="http://schemas.microsoft.com/office/powerpoint/2010/main" val="19573070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34A4C-B27A-41A4-8D1A-018C6343A0FD}"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F2D729-C7AC-4304-B686-938B4F4EEDFB}" type="slidenum">
              <a:rPr lang="en-US" smtClean="0"/>
              <a:t>‹#›</a:t>
            </a:fld>
            <a:endParaRPr lang="en-US"/>
          </a:p>
        </p:txBody>
      </p:sp>
    </p:spTree>
    <p:extLst>
      <p:ext uri="{BB962C8B-B14F-4D97-AF65-F5344CB8AC3E}">
        <p14:creationId xmlns:p14="http://schemas.microsoft.com/office/powerpoint/2010/main" val="2726152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34A4C-B27A-41A4-8D1A-018C6343A0FD}"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F2D729-C7AC-4304-B686-938B4F4EEDFB}" type="slidenum">
              <a:rPr lang="en-US" smtClean="0"/>
              <a:t>‹#›</a:t>
            </a:fld>
            <a:endParaRPr lang="en-US"/>
          </a:p>
        </p:txBody>
      </p:sp>
    </p:spTree>
    <p:extLst>
      <p:ext uri="{BB962C8B-B14F-4D97-AF65-F5344CB8AC3E}">
        <p14:creationId xmlns:p14="http://schemas.microsoft.com/office/powerpoint/2010/main" val="1447199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7134A4C-B27A-41A4-8D1A-018C6343A0FD}" type="datetimeFigureOut">
              <a:rPr lang="en-US" smtClean="0"/>
              <a:t>1/6/2026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AF2D729-C7AC-4304-B686-938B4F4EEDFB}" type="slidenum">
              <a:rPr lang="en-US" smtClean="0"/>
              <a:t>‹#›</a:t>
            </a:fld>
            <a:endParaRPr lang="en-US"/>
          </a:p>
        </p:txBody>
      </p:sp>
    </p:spTree>
    <p:extLst>
      <p:ext uri="{BB962C8B-B14F-4D97-AF65-F5344CB8AC3E}">
        <p14:creationId xmlns:p14="http://schemas.microsoft.com/office/powerpoint/2010/main" val="17694659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74F8E-9B49-A158-1CED-FD8699AEC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51FCFD-C1C7-90EE-8837-3DA7C40CB2FE}"/>
              </a:ext>
            </a:extLst>
          </p:cNvPr>
          <p:cNvSpPr>
            <a:spLocks noGrp="1"/>
          </p:cNvSpPr>
          <p:nvPr>
            <p:ph type="title"/>
          </p:nvPr>
        </p:nvSpPr>
        <p:spPr>
          <a:xfrm>
            <a:off x="46972" y="820634"/>
            <a:ext cx="9097028" cy="1325563"/>
          </a:xfrm>
        </p:spPr>
        <p:txBody>
          <a:bodyPr>
            <a:noAutofit/>
          </a:bodyPr>
          <a:lstStyle/>
          <a:p>
            <a:r>
              <a:rPr lang="en-US" sz="1600" dirty="0"/>
              <a:t>Some funds have underperformed their stated benchmarks over the observed period. Comparing fund returns to their relative indexes helps provide context on whether results have aligned with expectations, particularly after accounting for fees, tracking differences, and market conditions.</a:t>
            </a:r>
            <a:br>
              <a:rPr lang="en-US" sz="1600" dirty="0"/>
            </a:br>
            <a:r>
              <a:rPr lang="en-US" sz="1600" dirty="0"/>
              <a:t>Reviewing these outcomes can support an informed discussion around performance consistency and ongoing portfolio positioning.</a:t>
            </a:r>
          </a:p>
        </p:txBody>
      </p:sp>
      <p:sp>
        <p:nvSpPr>
          <p:cNvPr id="4" name="Rectangle 3">
            <a:extLst>
              <a:ext uri="{FF2B5EF4-FFF2-40B4-BE49-F238E27FC236}">
                <a16:creationId xmlns:a16="http://schemas.microsoft.com/office/drawing/2014/main" id="{1BCF15AE-2AC8-E897-22AF-1904437AB16D}"/>
              </a:ext>
            </a:extLst>
          </p:cNvPr>
          <p:cNvSpPr/>
          <p:nvPr/>
        </p:nvSpPr>
        <p:spPr>
          <a:xfrm>
            <a:off x="0" y="22"/>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t>Underperforming Funds</a:t>
            </a:r>
          </a:p>
        </p:txBody>
      </p:sp>
    </p:spTree>
    <p:extLst>
      <p:ext uri="{BB962C8B-B14F-4D97-AF65-F5344CB8AC3E}">
        <p14:creationId xmlns:p14="http://schemas.microsoft.com/office/powerpoint/2010/main" val="8650165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5</TotalTime>
  <Words>62</Words>
  <Application>Microsoft Office PowerPoint</Application>
  <PresentationFormat>On-screen Show (4:3)</PresentationFormat>
  <Paragraphs>2</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Some funds have underperformed their stated benchmarks over the observed period. Comparing fund returns to their relative indexes helps provide context on whether results have aligned with expectations, particularly after accounting for fees, tracking differences, and market conditions. Reviewing these outcomes can support an informed discussion around performance consistency and ongoing portfolio positioning.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Malek Daouk</dc:creator>
  <cp:lastModifiedBy>Malek Daouk</cp:lastModifiedBy>
  <cp:revision>1</cp:revision>
  <dcterms:created xsi:type="dcterms:W3CDTF">2026-01-06T20:13:08Z</dcterms:created>
  <dcterms:modified xsi:type="dcterms:W3CDTF">2026-01-06T20:18:35Z</dcterms:modified>
</cp:coreProperties>
</file>